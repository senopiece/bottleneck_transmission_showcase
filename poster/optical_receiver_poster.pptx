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C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0275784" cy="42803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ERKO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 Rateless Optical Communication with a Mobile Camera Receiver</dc:title>
  <dc:subject>Skoltech Industrial Immersion 2026</dc:subject>
  <dc:creator>Vitaly Makhonin</dc:creator>
  <cp:lastModifiedBy>Vitaly Makhonin</cp:lastModifiedBy>
  <cp:revision>1</cp:revision>
  <dcterms:created xsi:type="dcterms:W3CDTF">2026-07-20T15:53:07Z</dcterms:created>
  <dcterms:modified xsi:type="dcterms:W3CDTF">2026-07-20T15:53:08Z</dcterms:modified>
</cp:coreProperties>
</file>